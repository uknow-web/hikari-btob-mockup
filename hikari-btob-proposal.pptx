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0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05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E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6F7F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HIKARI BtoB EC 構築提案書 ｜ makeshop ベース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875520" y="6565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uknow-web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images/logo-hik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BtoB EC サイト構築提案書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製造業ブランド「HIKARI」／ makeshop を用いた現実的な立ち上げ案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4389120"/>
            <a:ext cx="2926080" cy="45720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初期公開 10 SKU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4389120"/>
            <a:ext cx="2926080" cy="457200"/>
          </a:xfrm>
          <a:prstGeom prst="rect">
            <a:avLst/>
          </a:prstGeom>
          <a:solidFill>
            <a:srgbClr val="1A4678"/>
          </a:solidFill>
          <a:ln w="6350">
            <a:solidFill>
              <a:srgbClr val="3A6BA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393192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makeshop 構築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49440" y="4389120"/>
            <a:ext cx="2926080" cy="457200"/>
          </a:xfrm>
          <a:prstGeom prst="rect">
            <a:avLst/>
          </a:prstGeom>
          <a:solidFill>
            <a:srgbClr val="1A4678"/>
          </a:solidFill>
          <a:ln w="6350">
            <a:solidFill>
              <a:srgbClr val="3A6BA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6949440" y="4389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モック動作検証済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モックアップ： https://hikari-btob-mockup.vercel.app/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4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提案：uknow-web ｜ 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 ｜ Contents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本提案書の構成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プロジェクト概要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299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背景と目的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4140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現状サイトの課題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7980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7980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参考サイトの学び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1821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makeshop 採用理由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想定ターゲット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950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9502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サイトコンセプト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334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3342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7183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7183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初期公開 10 SKU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1023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1023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必要機能一覧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1645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1645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BtoB 導線設計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20299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0299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デザイン方針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24140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24140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コンテンツ方針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27980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27980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商品登録方針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31821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0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運用フロー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92240" y="3566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3566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フェーズ設計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3950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32320" y="39502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制作スケジュール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92240" y="43342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43342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リスクと注意点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47183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132320" y="47183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/ 次のアクション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92240" y="51023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132320" y="51023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（参考）モック画面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プロジェクト概要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本プロジェクトで実現すること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HIKARIブランドの業務用什器を、法人向けに直販するBtoB EC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makeshop の標準機能を中心にスピーディに立ち上げ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規格品は即時受注、特注品は見積導線で確実に接続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会員価格・再注文・注文履歴で継続取引を支援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製造業らしい信頼感のあるデザイン・UX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担当1〜2名で回る運用体制を前提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2697480" cy="219456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97480" cy="73152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初期公開 SKU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型番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1554480"/>
            <a:ext cx="2697480" cy="219456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9144000" y="1554480"/>
            <a:ext cx="2697480" cy="73152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32688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構築期間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2148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3-4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932688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ヶ月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931920"/>
            <a:ext cx="2697480" cy="219456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309360" y="3931920"/>
            <a:ext cx="2697480" cy="73152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92240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運用体制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526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1-2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6492240" y="5623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3931920"/>
            <a:ext cx="2697480" cy="219456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144000" y="3931920"/>
            <a:ext cx="2697480" cy="73152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9326880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BtoB導線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0" y="4526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9326880" y="5623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系統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背景と目的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Background &amp; Objectives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現状の背景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現行ブランドサイトは製品紹介どまりで、見積・発注導線がない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法人顧客から「型番で注文」「見積書が欲しい」「再注文を楽に」というニーズ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受注対応がメール／電話に依存、属人化が発生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商品追加・価格改定の運用フローが未整理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73152" cy="4754880"/>
          </a:xfrm>
          <a:prstGeom prst="rect">
            <a:avLst/>
          </a:prstGeom>
          <a:solidFill>
            <a:srgbClr val="1A467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本プロジェクトの目的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05740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規格品をオンラインで即時受注できる状態をつくる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特注・大口は見積／問い合わせ導線へ確実に接続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会員価格・再注文・注文履歴の仕組みを整備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製造業らしい信頼感のあるブランド体験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担当1〜2名で回る運用体制の構築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現状サイトの課題整理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Current Site Issues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520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課題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情報設計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1枚構成の製品紹介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商品比較・型番選定ができない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購入導線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なし（紹介のみ）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問い合わせのみで商機を取りこぼし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法人対応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未整備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会員価格／請求書払い未対応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商品管理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固定HTML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SKU追加のたびに更新破綻の恐れ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SEO集客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製品単位ページが弱い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型番・用途キーワードで流入しない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属人的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価格改定・商品追加のフローなし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参考サイトから学ぶべきポイント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steel-labo-shopping.com を参考に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73152" cy="219456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多層的なカテゴリ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 × 用途 × 形状の3軸で絞り込み可能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73152" cy="219456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商品ページの仕様表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サイズ・耐荷重・素材・規格を明快に表示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73152" cy="219456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3つの相談導線の常時表示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5394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お見積り・お問い合わせ・カタログ請求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02336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126480" y="4023360"/>
            <a:ext cx="73152" cy="219456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00800" y="4251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40080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型番検索に強い構成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0" y="5394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BtoBはカテゴリ回遊より型番直行が多い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4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本提案モックは、これら4要素をmakeshop標準機能＋デザイン調整で再現済みです。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makeshop 採用理由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makeshop?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228600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228600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採用根拠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BtoB機能が標準装備（会員ランク別価格／見積／請求書払い）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初期・月額コストがフルスクラッチの1/5〜1/10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CSV一括登録でSKU拡張に強い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管理画面の学習コストが低く、クライアント自走可能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228600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1A467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できること（モック実装済み）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0574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会員ランク別価格／非会員は会員価格を伏せる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見積依頼フォーム（複数商品まとめて一括）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注文履歴からのワンクリック再注文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商品CSV一括更新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247120" cy="2377440"/>
          </a:xfrm>
          <a:prstGeom prst="rect">
            <a:avLst/>
          </a:prstGeom>
          <a:solidFill>
            <a:srgbClr val="FFF4E5"/>
          </a:solidFill>
          <a:ln w="6350">
            <a:solidFill>
              <a:srgbClr val="E8CBA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73152" cy="237744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E55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工夫が必要なこと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526280"/>
          <a:ext cx="10835640" cy="173736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A4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A4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対応方針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複雑な承認ワークフロー（部長承認→発注）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初期はメール承認で代替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取引先ごとの完全個別単価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会員ランクを活用、細分化は見積へ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特注品の自動見積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自動化せず、問い合わせフォームに寄せる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基幹システム連携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初期は手動CSV、拡張フェーズでAPI検討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想定ターゲット（法人顧客像）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 Customers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148840" cy="237744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🏭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食品工場／セントラルキッチン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ステンレスワゴン、衛生什器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600200"/>
            <a:ext cx="2148840" cy="237744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🏥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医療・クリニック・介護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291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医療用ステンレスワゴン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1600200"/>
            <a:ext cx="2148840" cy="237744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📦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1206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物流・倉庫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スチール棚（軽量／中量／重量）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1600200"/>
            <a:ext cx="2148840" cy="237744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1520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🍴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4066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飲食・ホテル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3291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バックヤード什器、厨房ワゴン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01200" y="1600200"/>
            <a:ext cx="2148840" cy="237744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960120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🧪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96926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研究機関・実験室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92640" y="3291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小型ワゴン、作業台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8580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購買担当者のペルソナ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47548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総務・購買・現場責任者（30〜50代）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「型番で探す」「納期が読める」「見積が取れる」を重視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PC業務中に検索、相見積り前提で複数サイトを回遊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サイトコンセプト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 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1247120" cy="18288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現場で使う什器を、型番から最短で発注できる。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相談もすぐできる。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3 Design Principles 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822960" cy="822960"/>
          </a:xfrm>
          <a:prstGeom prst="ellipse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規格品はすぐ買える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カート決済でワンストップ完結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3749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480560" y="4023360"/>
            <a:ext cx="822960" cy="822960"/>
          </a:xfrm>
          <a:prstGeom prst="ellipse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48056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迷ったら相談できる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056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見積・問い合わせ・特注相談の3導線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37490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229600" y="4023360"/>
            <a:ext cx="822960" cy="822960"/>
          </a:xfrm>
          <a:prstGeom prst="ellipse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22960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一度使ったらリピート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0" y="5440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会員価格と再注文でLTVを高める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サイトマップ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Sitemap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7432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商品まわり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468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商品カテゴリ（4区分）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用途から探す（5用途）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全商品（型番検索・絞り込み）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商品詳細（仕様表＋3導線）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7432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7432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受注・相談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468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お見積り依頼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特注・オーダー相談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カタログ請求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ショッピングカート / 見積カート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7432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7432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会員・マイページ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468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会員登録（法人審査）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注文履歴 / 再注文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見積履歴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600200"/>
            <a:ext cx="27432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9098280" y="1600200"/>
            <a:ext cx="27432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09828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企業・情報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81160" y="2240280"/>
            <a:ext cx="2468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会社情報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工場・製造背景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品質・保証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ご利用ガイド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よくあるご質問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初期公開 10 SKU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Initial Lineup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22452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型番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販売区分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SS-900-L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軽量スチール棚 W900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スチール棚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068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在庫品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SS-1200-M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中量スチール棚 W1200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スチール棚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068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在庫品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SS-1500-H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重量スチール棚 W1500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スチール棚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73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受注生産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WG-600-3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汎用ワゴン W600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ワゴン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068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在庫品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WG-750-S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静音ワゴン W750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ワゴン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068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在庫品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SW-600-MED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ステンレス医療用ワゴン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ステンレスワゴン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068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在庫品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SW-750-KIT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ステンレス厨房ワゴン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ステンレスワゴン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068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在庫品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SF-WT-1200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ステンレス作業台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ステンレス什器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73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受注生産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SF-SK-900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ステンレス一槽シンク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ステンレス什器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73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受注生産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SF-CUSTOM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ステンレス特注什器（オーダー）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ステンレス什器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要見積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4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狙い：4カテゴリをバランスよくカバーし、「在庫品／受注生産／要見積」の3区分の見え方を初期段階で検証する。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必要機能一覧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Functional 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20684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標準機能で対応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法人会員登録・会員ランク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会員ランク別価格表示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カート・決済（振込/クレカ/請求書）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商品検索（型番・キーワード・カテゴリ）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見積依頼／カタログ請求／問合せフォーム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注文履歴・再注文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商品CSV一括登録／更新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メルマガ／クーポン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6576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73152" cy="47548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480560" y="1664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カスタマイズ・デザイン対応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05740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商品詳細の仕様表テンプレート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販売区分バッジ（在庫/受注/要見積/静音）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見積カートと買い物カートの並立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製造業トーンのデザイン統一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PC最適化レイアウト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ヒーロー・カテゴリビジュアル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法人会員限定価格の表示制御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6576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73152" cy="4754880"/>
          </a:xfrm>
          <a:prstGeom prst="rect">
            <a:avLst/>
          </a:prstGeom>
          <a:solidFill>
            <a:srgbClr val="8B95A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1664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初期スコープ外（拡張）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05740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基幹／在庫システム連携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複雑な承認ワークフロー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特注のセミオート見積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多言語対応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3D・AR表示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定期購入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BtoB 向け導線設計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Conversion Paths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38404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実装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モックでの動作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73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会員価格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法人会員ランク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ログイン切替で会員価格が表示／非表示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73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見積依頼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見積カート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複数商品まとめて一括見積依頼が可能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73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案件相談（特注）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特注相談フォーム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SF-CUSTOM＋全商品の「問い合わせ」ボタン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73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大口注文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数量別価格・バナー制御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数量連動バナー（拡張で実装）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731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⑤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再注文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マイページ注文履歴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ワンクリック再注文（makeshop標準）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4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「買う／相談する／続ける」の3サイクルを標準機能で実現。特注は割り切って人手運用で品質担保。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デザイン方針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Design Direction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274320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274320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カラーパレット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1188720" cy="1188720"/>
          </a:xfrm>
          <a:prstGeom prst="rect">
            <a:avLst/>
          </a:prstGeom>
          <a:solidFill>
            <a:srgbClr val="0E2A4A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Navy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#0E2A4A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2148840"/>
            <a:ext cx="1188720" cy="1188720"/>
          </a:xfrm>
          <a:prstGeom prst="rect">
            <a:avLst/>
          </a:prstGeom>
          <a:solidFill>
            <a:srgbClr val="C9731C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05740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Orange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#C9731C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2148840"/>
            <a:ext cx="11887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38328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1188720" cy="118872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70916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Light BG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#F6F7F9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486400" cy="274320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73152" cy="2743200"/>
          </a:xfrm>
          <a:prstGeom prst="rect">
            <a:avLst/>
          </a:prstGeom>
          <a:solidFill>
            <a:srgbClr val="1A467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46520" y="1664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UI 方針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20574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PC最適ファースト（スマホは破綻しないレベル）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情報密度高め（BtoBユーザーは情報量を歓迎）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商品詳細は仕様表 → 価格 → 3導線の固定順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装飾的イラストを排し、写真・数値・表で語る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11247120" cy="192024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73152" cy="192024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85800" y="45902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ビジュアルトーン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9834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 × ダークネイビー × アクセントオレンジのミニマル構成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写真は白背景の商品単体＋現場背景ヒーローの2種構成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フォントはゴシック系で読みやすさ優先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アイコンは線画ベースで業務系の堅実さを演出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コンテンツ方針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Content Strategy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0233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コンテンツ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優先度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商品詳細（仕様表・写真・3導線）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受注の本丸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★★★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ご利用ガイド（送料／支払／納期）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問い合わせ削減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★★★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よくある質問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同上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★★★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製造背景・工場紹介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信頼感 / 既存サイト流用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用途別特集（SEO）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回遊・流入強化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★★（拡張）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導入事例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比較検討支援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★★（拡張）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お知らせ／ブログ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運用で徐々に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商品登録方針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Product Data Policy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型番・データ設計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CSVテンプレート（制作側準備）で登録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型番体系は4プレフィックス：SS / WG / SW / SF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カテゴリは3階層まで、それ以上は絞り込みタグ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共通仕様項目を固定（外寸／段数／耐荷重／素材／区分）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特注は SF-CUSTOM 1枠に集約し管理簡素化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73152" cy="4754880"/>
          </a:xfrm>
          <a:prstGeom prst="rect">
            <a:avLst/>
          </a:prstGeom>
          <a:solidFill>
            <a:srgbClr val="1A467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664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画像ガイドライン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05740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白背景の商品単体写真を基本（1200px四方以上推奨）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使用シーン写真を1〜2枚追加（現場想起のため）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寸法図を差し込み、BtoB検索の信頼感を担保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画像の権利は公開前に棚卸し、必要に応じ再撮影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ファイル命名は型番ベースで統一（SS-1200-M_01.jpg 等）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運用フロー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注文確認 → 出荷 → 発送通知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見積／問い合わせの一次対応（24時間以内返信をKPI化）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60020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206240" y="160020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20624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3317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新規法人会員の承認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在庫・価格の差分確認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60020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955280" y="160020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95528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23317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商品追加／改定（CSV一括）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アクセス解析レビュー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見積→受注転換率のモニタリング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73152" cy="137160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85800" y="5166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想定体制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486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EC運用担当 1名（受注・問い合わせ一次対応）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営業／見積担当 1〜2名（特注・大口対応）</a:t>
            </a:r>
            <a:endParaRPr lang="en-US" sz="1100" dirty="0"/>
          </a:p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制作会社（月次保守・軽微な改修）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フェーズ設計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Phasing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77840" cy="47548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577840" cy="73152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初期フェーズ（公開時）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SKU（規格品9＋特注受付1）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会員登録・見積・問い合わせ・カタログ請求の4導線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法人会員ランク 2段階（標準／優良）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決済：銀行振込＋クレジット＋請求書払い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運用体制 1〜2名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5321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532120" cy="73152"/>
          </a:xfrm>
          <a:prstGeom prst="rect">
            <a:avLst/>
          </a:prstGeom>
          <a:solidFill>
            <a:srgbClr val="1A467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 (3-12m)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拡張フェーズ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SKU拡張（30〜100型番）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特注のセミオート見積（選択式フォーム）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基幹／在庫システム連携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用途別特集ページ・導入事例拡充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広告・SEO強化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定期購入（消耗品向け）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制作スケジュール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Schedule (3-4 months)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08514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45429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82343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19257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56171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993086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要件定義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1975104"/>
            <a:ext cx="1391194" cy="32004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645920" y="1975104"/>
            <a:ext cx="13911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デザイン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82834" y="2478024"/>
            <a:ext cx="2109651" cy="320040"/>
          </a:xfrm>
          <a:prstGeom prst="rect">
            <a:avLst/>
          </a:prstGeom>
          <a:solidFill>
            <a:srgbClr val="1A467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082834" y="2478024"/>
            <a:ext cx="21096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構築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38206" y="2980944"/>
            <a:ext cx="2828109" cy="32004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238206" y="2980944"/>
            <a:ext cx="28281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商品登録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12034" y="3483864"/>
            <a:ext cx="1391194" cy="320040"/>
          </a:xfrm>
          <a:prstGeom prst="rect">
            <a:avLst/>
          </a:prstGeom>
          <a:solidFill>
            <a:srgbClr val="20684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112034" y="3483864"/>
            <a:ext cx="13911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テスト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48949" y="3986784"/>
            <a:ext cx="1391194" cy="320040"/>
          </a:xfrm>
          <a:prstGeom prst="rect">
            <a:avLst/>
          </a:prstGeom>
          <a:solidFill>
            <a:srgbClr val="1A467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9548949" y="3986784"/>
            <a:ext cx="13911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434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研修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85863" y="4489704"/>
            <a:ext cx="672737" cy="320040"/>
          </a:xfrm>
          <a:prstGeom prst="rect">
            <a:avLst/>
          </a:prstGeom>
          <a:solidFill>
            <a:srgbClr val="8B95A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985863" y="4489704"/>
            <a:ext cx="672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937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公開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704320" y="4992624"/>
            <a:ext cx="672737" cy="32004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11704320" y="4992624"/>
            <a:ext cx="672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46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10SKUへの絞り込みにより、前案（50-150SKU想定）より1〜2ヶ月短縮。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想定リスクと注意点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160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リスク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対策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83C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画像権利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既存サイト画像の権利が未確認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公開前に棚卸し・必要に応じ再撮影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83C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情報粒度のバラつき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型番・仕様の表記が不統一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マスタ整備＋テンプレート固定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83C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特注の過剰自動化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自動見積の作り込みは破綻する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初期は人手運用で割り切る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83C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会員審査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厳しすぎると離脱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最小項目＋後追い審査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83C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運用属人化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担当1名に集中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マニュアル化／CSV運用で標準化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83C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10SKUの見栄え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カテゴリが埋まらない印象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「取扱を絞った精鋭ラインナップ」として訴求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/ 次のアクション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 &amp; Next Steps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本提案のポイント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makeshopで十分現実的にBtoB ECは立ち上げ可能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参考サイトの勝ち筋を標準機能＋デザインで再現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10SKUで3〜4ヶ月公開、運用は1〜2名で回る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「規格品は即買／特注は見積」の割り切りで運用破綻を防止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拡張は SKU増・連携・コンテンツ拡充へ段階的に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73152" cy="47548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次のアクション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46520" y="2331720"/>
            <a:ext cx="594360" cy="594360"/>
          </a:xfrm>
          <a:prstGeom prst="ellipse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3317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10SKUの型番・仕様・価格マスタ確定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246120"/>
            <a:ext cx="594360" cy="594360"/>
          </a:xfrm>
          <a:prstGeom prst="ellipse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3246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画像の権利確認（特に特注什器の写真）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4160520"/>
            <a:ext cx="594360" cy="594360"/>
          </a:xfrm>
          <a:prstGeom prst="ellipse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4652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4160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法人会員ランク（2段階）・価格ポリシー決定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5074920"/>
            <a:ext cx="594360" cy="594360"/>
          </a:xfrm>
          <a:prstGeom prst="ellipse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4652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5074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本提案＋モックURLで要件定義キックオフ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64008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3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（参考）モックアップ画面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https://hikari-btob-mockup.vercel.app/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https://hikari-btob-mockup.vercel.app/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00" cy="118872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118872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ヘッダー・ヒーロー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9443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HIKARIロゴ / 法人会員ログイン切替 / 検索バー / 工場写真ヒーロー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468880"/>
            <a:ext cx="5486400" cy="118872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2468880"/>
            <a:ext cx="73152" cy="118872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35508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商品一覧・絞り込み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9443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カテゴリ／素材／販売区分の3軸フィルタ・バッジ表示・10SKUを一望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5486400" cy="118872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73152" cy="118872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商品詳細モーダル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2245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仕様表／会員価格表示／カート・見積・問合せの3導線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749040"/>
            <a:ext cx="5486400" cy="118872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73152" cy="118872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35508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見積カート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2245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買い物カートと別系統・複数商品まとめて一括見積依頼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5486400" cy="118872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73152" cy="118872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8580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法人会員ログイン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55046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ログインON/OFFで会員価格の表示／非表示を切替（デモ）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5029200"/>
            <a:ext cx="5486400" cy="1188720"/>
          </a:xfrm>
          <a:prstGeom prst="rect">
            <a:avLst/>
          </a:prstGeom>
          <a:solidFill>
            <a:srgbClr val="F6F7F9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126480" y="5029200"/>
            <a:ext cx="73152" cy="1188720"/>
          </a:xfrm>
          <a:prstGeom prst="rect">
            <a:avLst/>
          </a:prstGeom>
          <a:solidFill>
            <a:srgbClr val="C973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35508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特注品導線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55046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SF-CUSTOM は価格非表示＋「要見積」バッジ＋専用フォーム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1518</Words>
  <Application>Microsoft Macintosh PowerPoint</Application>
  <PresentationFormat>ワイド画面</PresentationFormat>
  <Paragraphs>554</Paragraphs>
  <Slides>22</Slides>
  <Notes>22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HIKARI BtoB EC Proposal</dc:title>
  <dc:subject>makeshopを用いたBtoB EC構築提案書</dc:subject>
  <dc:creator>HIKARI / uknow-web</dc:creator>
  <cp:lastModifiedBy>Takuji Imura</cp:lastModifiedBy>
  <cp:revision>1</cp:revision>
  <dcterms:created xsi:type="dcterms:W3CDTF">2026-04-20T10:20:46Z</dcterms:created>
  <dcterms:modified xsi:type="dcterms:W3CDTF">2026-04-20T12:17:10Z</dcterms:modified>
</cp:coreProperties>
</file>